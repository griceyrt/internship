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3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7535-C16A-1919-AB80-7A9D0D784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DD411-16FD-9625-8677-4D636C302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33DE7-E4C2-F1FE-423B-919C80FD6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140D2-2A4E-A5B7-9210-2EB9F5C8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B736E-7158-45DC-252B-12578D7F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586889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42F5-D1AC-C207-27F9-BED619B90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AF37A-B108-D47F-DDC8-7F8CB081C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56F3A-B069-508E-52C5-359155F9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B707-ABCD-14AB-16C2-3B465BE77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31E00-1AD4-3F08-7CB2-4915A2F1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5117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8B08-31B6-E44E-396B-7B870C51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3CDE0-B2A4-2F26-F832-553263841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CA672-FBDB-9949-F41E-1BF4A707C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BF03-7EA9-DCD4-4FA1-3DD2B944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A40F6-CF2B-205D-20A8-B7A225E24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28825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D24E-0C1A-F4A0-18A6-697423C0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C0882-6457-C80D-CF49-B474AF5C7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4FFDE-E772-A607-0D21-8447B2E05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FD84B-8A4A-73E2-2A1B-F5744AF3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CCD55-D095-3AF2-93D6-4F47BEB3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9B8FE-6603-9F81-EB0D-85D7879E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6406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9D947-3FED-8346-7743-7154EC632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E2C50-4C62-9EF9-2208-19BA0C1A1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6B47E-241F-940A-60E4-6A4689744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A4D3D-12EB-61F7-14CF-C5E87394B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EF896C-D88E-9C09-7BC4-9391EAD53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1D977-2E27-14F2-FAB3-647C86DF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2FFB1-6D71-43C7-8102-AEDD1334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FCA8D-C6D1-F77C-946A-31EA72F0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5539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D67-5367-0FF4-1EF2-931B722C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A0B715-A6CA-F9C2-4294-1C6095CC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98922-BB72-46EA-68E4-50BEF260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EFEC7-EF20-8B59-3833-051D48D7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7245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243035-B857-D9BB-02F9-B7CC7A686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8A41B6-442F-1697-1817-7B0D3CBB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AC401-5327-B140-EFE8-E39B1728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23820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E366-2529-DA8A-E4AB-83966D322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2C1DF-DEC4-0D8F-EDBC-244150DCE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F3531-E2FC-A917-BED6-55DB77DBA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FFBF8-7159-CB14-7E95-C823F86F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0A51F-62B1-B772-A982-FFFE5557B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A5FA9-BC32-6E2C-84CF-408E87AA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8314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60ABB-2A37-E7A3-9B69-B362F73AF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A5837F-F0FA-2F28-FB5A-853A8C77E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DE9E0-58D1-F484-F672-8642920D0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380D9-BC34-DF95-9168-08454164C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B1DD5-5721-2D50-7A28-8E3515EC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CEA91-268F-885D-0A29-229EF65D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96641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50A4-7FD9-1794-69C0-746CD027D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B0FB9-2D6F-2CA9-5845-7544086A8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B4A6D-6716-401B-A048-88B6E8307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8EF8A-9ED0-160B-6492-451A898C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C2931-0FC7-C8C1-2AAC-82E1C579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881972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CA66C6-C0AB-DBE6-E01B-3026F5485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A7375-F305-3966-630F-7F3C6EDF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DD28B-667C-53D9-0BDB-2E941747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976BF-771E-EAE4-6455-C18D765FF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76F90-DD22-E67C-EB82-410BDCAF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837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0A1272-ACD1-3FE0-D5B4-591A5AC4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3C8F4-78B9-70D8-B12E-DD5479911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5C23A-8929-88C8-FE98-D7E4042BA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BB516-D147-8F4E-AD2A-B7CB5D3E0F9E}" type="datetimeFigureOut">
              <a:rPr lang="en-FR" smtClean="0"/>
              <a:t>08/07/2026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2AAC9-CE80-145C-F2AB-58E083DD2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F6E66-CE78-F901-EB59-668AE1FF4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45B0C-2697-6B42-AC9E-DA168AE42F31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00650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F927BE-1D47-5AF0-E0C7-4DF4C89D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03" y="1566440"/>
            <a:ext cx="4935783" cy="37251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829B76-B751-A11A-3CEA-63649C3E9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66440"/>
            <a:ext cx="52959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65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6E559072-C75A-6D4C-61D5-12D4E17CE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24" y="168791"/>
            <a:ext cx="3911600" cy="2946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41A4403-FF33-A3FE-AB6B-8F5769AC21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1124" y="168791"/>
            <a:ext cx="2997200" cy="29845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F1A7B73-6C23-9BA2-49B1-58050020AB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850" y="3387209"/>
            <a:ext cx="3517900" cy="33020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11F2A08-6771-C41A-107F-E407871985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1600" y="3387209"/>
            <a:ext cx="3556000" cy="3302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254CBE9-46A8-CC56-5725-5F531B9283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4450" y="3742809"/>
            <a:ext cx="30607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50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1233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Gricey</dc:creator>
  <cp:lastModifiedBy>Gricey</cp:lastModifiedBy>
  <cp:revision>3</cp:revision>
  <dcterms:created xsi:type="dcterms:W3CDTF">2026-06-30T14:53:07Z</dcterms:created>
  <dcterms:modified xsi:type="dcterms:W3CDTF">2026-07-08T16:05:13Z</dcterms:modified>
</cp:coreProperties>
</file>