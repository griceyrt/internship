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56"/>
    <p:restoredTop sz="96229"/>
  </p:normalViewPr>
  <p:slideViewPr>
    <p:cSldViewPr snapToGrid="0">
      <p:cViewPr>
        <p:scale>
          <a:sx n="99" d="100"/>
          <a:sy n="99" d="100"/>
        </p:scale>
        <p:origin x="368" y="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CD74A-6285-36CB-39CD-4E95063169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AC0301-3422-3D50-B69A-384C1AAE7D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0C66EF-4B2C-7AC8-B81B-C5693AD83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DD5A2-855F-BF4F-A99A-5452F7DCB95D}" type="datetimeFigureOut">
              <a:rPr lang="en-FR" smtClean="0"/>
              <a:t>19/07/2026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B1256-2468-8DE2-6BA6-98C3CA9B6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067D9B-C16D-AE4F-8663-0CC8B1D7F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6F8F5-6F93-6948-8CE8-C6A3EB461992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85246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5625E-8757-5ADE-B9A5-0EAA07E98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A0D80-F34D-56D4-DF84-2B605342C1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40A751-6F02-AFE0-EC69-C6333445D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DD5A2-855F-BF4F-A99A-5452F7DCB95D}" type="datetimeFigureOut">
              <a:rPr lang="en-FR" smtClean="0"/>
              <a:t>19/07/2026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15943-D35A-058E-61FA-6A61E7C8F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C0BC69-CA58-6796-E995-DDACECA49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6F8F5-6F93-6948-8CE8-C6A3EB461992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716000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C0384-A825-F714-3014-A0B802321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3BF76F-A684-5675-9BFD-A7AD67FFE0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DACF3-B312-7F2F-9A92-188CBBD75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DD5A2-855F-BF4F-A99A-5452F7DCB95D}" type="datetimeFigureOut">
              <a:rPr lang="en-FR" smtClean="0"/>
              <a:t>19/07/2026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85D4F-53FB-7FC4-CCDC-89BDE279D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D4CDC-5DFA-867E-7F4E-3FD603E72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6F8F5-6F93-6948-8CE8-C6A3EB461992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59821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F6F0B-96DE-483A-FF10-C16B3090F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CD600-0864-B6F6-2E7A-C04E4A5E70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D1CC41-11E8-C07A-8416-F92AE93902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2C9068-25E3-6F46-B608-BDAE4FBE8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DD5A2-855F-BF4F-A99A-5452F7DCB95D}" type="datetimeFigureOut">
              <a:rPr lang="en-FR" smtClean="0"/>
              <a:t>19/07/2026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4ADEC3-C742-B3D4-0025-607C5C4D3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187762-DC49-87D5-2C7B-44724FEEF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6F8F5-6F93-6948-8CE8-C6A3EB461992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699594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12A4C-F1EB-128B-BCE0-B17282457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1CD9F2-30BA-F6CB-C72B-527B55518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5AA857-6376-4ED0-1539-6F6E407792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E0F208-D797-FEA0-D85D-69BC7B4102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F604F3-AFDD-DA65-F14C-67C99ABC0C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630C5C-FB67-F983-149B-0C8543440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DD5A2-855F-BF4F-A99A-5452F7DCB95D}" type="datetimeFigureOut">
              <a:rPr lang="en-FR" smtClean="0"/>
              <a:t>19/07/2026</a:t>
            </a:fld>
            <a:endParaRPr lang="en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B3F46F-2C35-A491-334F-3875F81A0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71973B-B696-9855-8D06-094AACB49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6F8F5-6F93-6948-8CE8-C6A3EB461992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150849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71C4A-1E06-9140-28BF-7BA5FE2FB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5E2C95-DF02-DD08-A51F-74E33AA1A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DD5A2-855F-BF4F-A99A-5452F7DCB95D}" type="datetimeFigureOut">
              <a:rPr lang="en-FR" smtClean="0"/>
              <a:t>19/07/2026</a:t>
            </a:fld>
            <a:endParaRPr lang="en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97F772-A3C2-769A-9E61-618F6BA1B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EC8CC5-E37B-7D9B-8EEA-3EA33966E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6F8F5-6F93-6948-8CE8-C6A3EB461992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042687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8A9D06-AE23-5BAE-C4F3-123E966BB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DD5A2-855F-BF4F-A99A-5452F7DCB95D}" type="datetimeFigureOut">
              <a:rPr lang="en-FR" smtClean="0"/>
              <a:t>19/07/2026</a:t>
            </a:fld>
            <a:endParaRPr lang="en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3B4D43-83D6-A8A7-ABED-586949F69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F10EE-254C-EFF5-51B6-AC09E81CC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6F8F5-6F93-6948-8CE8-C6A3EB461992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132112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73347-7A7B-B4A4-4186-A0A0B4353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74E1B-70A5-0CA3-E4A6-0190262FF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95D64F-14DE-EAB3-E272-858D7CD573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773075-1C23-D81F-81AB-02E327BB4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DD5A2-855F-BF4F-A99A-5452F7DCB95D}" type="datetimeFigureOut">
              <a:rPr lang="en-FR" smtClean="0"/>
              <a:t>19/07/2026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55B04D-2656-B298-4F64-7916C706E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830C43-FC25-BCE1-4AD3-260E6BBFF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6F8F5-6F93-6948-8CE8-C6A3EB461992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781814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392E1-7340-DA0F-A537-6C592CB96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5E83B0-FAE7-6EBD-6DE0-3AEA3A832E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8B0879-3120-CB4D-5CDE-57C24E0221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603AAE-88FB-A0D5-56AD-7395ED22C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DD5A2-855F-BF4F-A99A-5452F7DCB95D}" type="datetimeFigureOut">
              <a:rPr lang="en-FR" smtClean="0"/>
              <a:t>19/07/2026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697A01-216E-DB35-F7EA-50D408353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D03171-F0C6-ABA0-3CD5-E73E66E7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6F8F5-6F93-6948-8CE8-C6A3EB461992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077180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702F7-3203-FA9B-19BC-A9CFBC1B0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D9A59D-7D91-91C2-1A00-5D6879BF76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E7E96-7DDE-77B6-2ACE-BB52100B1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DD5A2-855F-BF4F-A99A-5452F7DCB95D}" type="datetimeFigureOut">
              <a:rPr lang="en-FR" smtClean="0"/>
              <a:t>19/07/2026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EBB918-F5D0-B6F0-CAE2-42BCD455B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AACA2-F900-1B6C-7FDE-74E56A79F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6F8F5-6F93-6948-8CE8-C6A3EB461992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188638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7FF417-F976-B2C5-6D64-3583C73C20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6ACCDE-4732-5FFB-8B10-FA9E9AF1A4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F6B80-2C18-40E3-D979-E798CF9D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DD5A2-855F-BF4F-A99A-5452F7DCB95D}" type="datetimeFigureOut">
              <a:rPr lang="en-FR" smtClean="0"/>
              <a:t>19/07/2026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807E2-B25B-14A5-687E-48F491540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88B819-8045-AEA9-662D-E0254C604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6F8F5-6F93-6948-8CE8-C6A3EB461992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229166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DDCC4E-4E07-4AD2-E0E9-5B884BB1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CDD3F7-5F00-A6B7-4133-5F6A0B04DC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BE481-6A08-999E-9DFE-62E18459EC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FDD5A2-855F-BF4F-A99A-5452F7DCB95D}" type="datetimeFigureOut">
              <a:rPr lang="en-FR" smtClean="0"/>
              <a:t>19/07/2026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7A6DC-E2F9-68DD-2727-FEB4C002DF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3DA43E-2D9B-8D3F-7CC7-A6CC42BF12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B6F8F5-6F93-6948-8CE8-C6A3EB461992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281610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A3285-9706-A0B1-D913-4C305D38B0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15548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FR" dirty="0"/>
              <a:t>GSE130613 – Gad Asher Ilumina MARS-seq x Nanopore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3EF510-A053-768F-5941-6537489834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95223"/>
            <a:ext cx="9144000" cy="1655762"/>
          </a:xfrm>
        </p:spPr>
        <p:txBody>
          <a:bodyPr/>
          <a:lstStyle/>
          <a:p>
            <a:r>
              <a:rPr lang="en-FR" dirty="0"/>
              <a:t>09/07/2026</a:t>
            </a:r>
          </a:p>
        </p:txBody>
      </p:sp>
    </p:spTree>
    <p:extLst>
      <p:ext uri="{BB962C8B-B14F-4D97-AF65-F5344CB8AC3E}">
        <p14:creationId xmlns:p14="http://schemas.microsoft.com/office/powerpoint/2010/main" val="618113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DDC3D-7A18-3F3C-AFDD-C9A3080DB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Baseline — original Salmon pipeline</a:t>
            </a:r>
            <a:endParaRPr lang="en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10FAE8-F773-49B3-8DD0-C25F2D7506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2974"/>
          <a:stretch/>
        </p:blipFill>
        <p:spPr>
          <a:xfrm>
            <a:off x="0" y="1376301"/>
            <a:ext cx="5080000" cy="356309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83B57BC-4C18-44E1-9E96-8BC0FA8EA2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00718" y="4963886"/>
            <a:ext cx="2495008" cy="18793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CD3271-804A-3006-B3F8-10E7FECD72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0716" b="84092"/>
          <a:stretch/>
        </p:blipFill>
        <p:spPr>
          <a:xfrm>
            <a:off x="4406900" y="1376301"/>
            <a:ext cx="1125706" cy="5667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B4C9C9-D7CF-3AD9-507A-24C6118388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606" y="1507038"/>
            <a:ext cx="6659394" cy="354591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779561C0-69C2-A0B7-254C-BB27994CAA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73949" y="5052949"/>
            <a:ext cx="1923635" cy="1805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468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BA80B-8C84-4455-90B4-FFF43417C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Sanity check — GEO official counts</a:t>
            </a:r>
            <a:endParaRPr lang="en-F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FDB5AD-C0AE-75D6-9BD1-B1A6E924B23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8996" y="1587656"/>
            <a:ext cx="6210300" cy="46577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C74153C-C55B-BA86-5984-C7CA2349B08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3572" y="1304329"/>
            <a:ext cx="5365750" cy="4982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209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99E8F-FAED-6077-958A-A27028924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1 — 3'UTR extension (still Salmon)</a:t>
            </a:r>
            <a:endParaRPr lang="en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7463AC-29FA-F636-5149-023CCB54C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8599"/>
            <a:ext cx="6109856" cy="48006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7C112B5-F78E-E519-C49A-99971C71C0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500" y="1204686"/>
            <a:ext cx="5486400" cy="5094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062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9E004-CB67-04F1-8B0B-7E1D60D53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2a — STAR + </a:t>
            </a:r>
            <a:r>
              <a:rPr lang="en-GB" dirty="0" err="1"/>
              <a:t>htseq</a:t>
            </a:r>
            <a:r>
              <a:rPr lang="en-GB" dirty="0"/>
              <a:t>-count (extended GTF)</a:t>
            </a:r>
            <a:endParaRPr lang="en-FR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763B8A-3223-F3B8-A608-6ED3F8ABD9F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05831" y="1220787"/>
            <a:ext cx="5482615" cy="5091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D13CED-23D5-FC24-EB01-EFDEA2D3147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00" y="1589201"/>
            <a:ext cx="5994400" cy="4709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537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5AE6E9D-9704-9E91-9225-BF6C373DB6F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13524" y="1224137"/>
            <a:ext cx="5482616" cy="5091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B4FA51-4F95-D68D-FE9C-48A1F81FA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2b — STAR + </a:t>
            </a:r>
            <a:r>
              <a:rPr lang="en-GB" dirty="0" err="1"/>
              <a:t>htseq</a:t>
            </a:r>
            <a:r>
              <a:rPr lang="en-GB" dirty="0"/>
              <a:t>-count (original GTF)</a:t>
            </a:r>
            <a:endParaRPr lang="en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96D307-F945-835D-B01B-FD183CB5BC33}"/>
              </a:ext>
            </a:extLst>
          </p:cNvPr>
          <p:cNvSpPr txBox="1"/>
          <p:nvPr/>
        </p:nvSpPr>
        <p:spPr>
          <a:xfrm>
            <a:off x="10740981" y="1022068"/>
            <a:ext cx="32111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— final result?</a:t>
            </a:r>
            <a:endParaRPr lang="en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9AF2DD-8C24-9EF3-5BFE-A76300C0035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4" y="1566143"/>
            <a:ext cx="6026834" cy="4735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145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53</Words>
  <Application>Microsoft Macintosh PowerPoint</Application>
  <PresentationFormat>Widescreen</PresentationFormat>
  <Paragraphs>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GSE130613 – Gad Asher Ilumina MARS-seq x Nanopore</vt:lpstr>
      <vt:lpstr>Baseline — original Salmon pipeline</vt:lpstr>
      <vt:lpstr>Sanity check — GEO official counts</vt:lpstr>
      <vt:lpstr>Step 1 — 3'UTR extension (still Salmon)</vt:lpstr>
      <vt:lpstr>Step 2a — STAR + htseq-count (extended GTF)</vt:lpstr>
      <vt:lpstr>Step 2b — STAR + htseq-count (original GTF)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GSE130613 – Gad Asher Ilumina MARS-seq x Nanopore</dc:title>
  <dc:creator>Gricey</dc:creator>
  <cp:lastModifiedBy>Gricey</cp:lastModifiedBy>
  <cp:revision>1</cp:revision>
  <dcterms:created xsi:type="dcterms:W3CDTF">2026-07-19T08:06:37Z</dcterms:created>
  <dcterms:modified xsi:type="dcterms:W3CDTF">2026-07-19T08:57:56Z</dcterms:modified>
</cp:coreProperties>
</file>