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474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 VALIDATION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788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GSE130613 (Illumina) vs Nanopore — Progress Tracker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splicing &amp; DE calls from the lab's Nanopore manuscript against public short-read RNA-seq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Gricey Rangel-Trejo  ·  Updated 2026-07-08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SRA → Salmon → DESeq2/SUPPA → figures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80160" y="1737360"/>
            <a:ext cx="9601200" cy="3931920"/>
          </a:xfrm>
          <a:prstGeom prst="roundRect">
            <a:avLst>
              <a:gd name="adj" fmla="val 1860"/>
            </a:avLst>
          </a:prstGeom>
          <a:solidFill>
            <a:srgbClr val="F4F7FA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737360" y="30632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pending fresh export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194560" y="3566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Workflow.key (Keynote) has edits newer than the last exported image (Workflow.24:06.png).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fresh export into this slide once available.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 Validation — GSE130613 vs Nanopore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SPLICING EVENTS · ORIGINAL REPRESENTATION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 ∩ Nanopore splicing overlap — venn (original)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138160" y="210312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events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between Illumina SUPPA diffSplice and Khushi's Nanopore diffSplice, matched by exact event ID.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Superseded 2026-06 — Bharath asked for a representation that also shows direction and magnitude of ΔPSI, not just overlap count.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 Validation — GSE130613 vs Nanopore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297578-A38E-35C3-2F10-EB15169AF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902" y="1563624"/>
            <a:ext cx="5384800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SPLICING EVENTS · CURRENT REPRESENTATION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 vs Nanopore ΔPSI — scatter (current)</a:t>
            </a:r>
            <a:endParaRPr lang="en-US" sz="2800" dirty="0"/>
          </a:p>
        </p:txBody>
      </p:sp>
      <p:pic>
        <p:nvPicPr>
          <p:cNvPr id="4" name="Image 0" descr="/tmp/deck_assets/Illumina_Nanopore_events_scatter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3200400" y="1600200"/>
            <a:ext cx="512064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210312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513 significant Illumina events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|dPSI| &gt; 0.1 and p &lt; 0.3 (empirical method, relaxed threshold — low power at n=3/4 replicates).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orange dots = also significant in Nanopore.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32-event overlap as the venn — this view adds agreement in direction and effect size.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 Validation — GSE130613 vs Nanopore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SPLICING EVENTS · ILLUMINA ONLY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ΔPSI volcano — Illumina</a:t>
            </a:r>
            <a:endParaRPr lang="en-US" sz="2800" dirty="0"/>
          </a:p>
        </p:txBody>
      </p:sp>
      <p:pic>
        <p:nvPicPr>
          <p:cNvPr id="4" name="Image 0" descr="/tmp/deck_assets/Illumina_events_dPSI_volcano.png"/>
          <p:cNvPicPr>
            <a:picLocks noChangeAspect="1"/>
          </p:cNvPicPr>
          <p:nvPr/>
        </p:nvPicPr>
        <p:blipFill>
          <a:blip r:embed="rId3"/>
          <a:srcRect t="-2083" b="-2083"/>
          <a:stretch/>
        </p:blipFill>
        <p:spPr>
          <a:xfrm>
            <a:off x="4023360" y="1554480"/>
            <a:ext cx="438912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78240" y="228600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Illumina splicing events tested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cross-referencing against Nanopore. 513 pass |dPSI|&gt;0.1, p&lt;0.3.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 Validation — GSE130613 vs Nanopore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EXPRESSION · GENE LEVEL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 vs Nanopore DE concordance — genes</a:t>
            </a:r>
            <a:endParaRPr lang="en-US" sz="2800" dirty="0"/>
          </a:p>
        </p:txBody>
      </p:sp>
      <p:pic>
        <p:nvPicPr>
          <p:cNvPr id="4" name="Image 0" descr="/tmp/deck_assets/Illumina_Nanopore_DE_genes_concordance.png"/>
          <p:cNvPicPr>
            <a:picLocks noChangeAspect="1"/>
          </p:cNvPicPr>
          <p:nvPr/>
        </p:nvPicPr>
        <p:blipFill>
          <a:blip r:embed="rId3"/>
          <a:srcRect l="-6122" r="-6122"/>
          <a:stretch/>
        </p:blipFill>
        <p:spPr>
          <a:xfrm>
            <a:off x="3291840" y="1600200"/>
            <a:ext cx="502920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210312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genes significant in both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9,850 shared genes. padj&lt;0.05 and |log2FC|&gt;1.5 on both sides (symmetric, matches Khushi's manuscript threshold).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Bharath's preferred granularity for the DE comparison.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 Validation — GSE130613 vs Nanopore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EXPRESSION · TRANSCRIPT LEVEL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 vs Nanopore DE concordance — transcripts</a:t>
            </a:r>
            <a:endParaRPr lang="en-US" sz="2800" dirty="0"/>
          </a:p>
        </p:txBody>
      </p:sp>
      <p:pic>
        <p:nvPicPr>
          <p:cNvPr id="4" name="Image 0" descr="/tmp/deck_assets/Illumina_Nanopore_DE_transcript_concordance.png"/>
          <p:cNvPicPr>
            <a:picLocks noChangeAspect="1"/>
          </p:cNvPicPr>
          <p:nvPr/>
        </p:nvPicPr>
        <p:blipFill>
          <a:blip r:embed="rId3"/>
          <a:srcRect l="-6122" r="-6122"/>
          <a:stretch/>
        </p:blipFill>
        <p:spPr>
          <a:xfrm>
            <a:off x="3291840" y="1600200"/>
            <a:ext cx="502920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210312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transcripts significant in both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 annotated ENSMUST + 5 novel UUID isoforms) of 12,966 shared transcripts. 11/16 agree in direction.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Kiran's requested granularity — transcript, not gene.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 Validation — GSE130613 vs Nanopore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EXPRESSION · ILLUMINA ONLY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volcano — Illumina, transcript-level (stageR)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778240" y="228600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~504 significant transcripts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487 genes (stageR stage 1). padj_gene_stageR&lt;0.05, |log2FC|&gt;0.5.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 Validation — GSE130613 vs Nanopore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DATASET · IN PROGRESS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GSE133398 (SRSF3 KO hepatocytes) — mapping rate QC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at the figures stage. Bharath wants everything on mm39 for consistency with GSE130613; mm39 rerun with fixes (explicit -l ISR, corrected paths) submitted to SLURM 2026-07-07, still running.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3931920"/>
        </p:xfrm>
        <a:graphic>
          <a:graphicData uri="http://schemas.openxmlformats.org/drawingml/2006/table">
            <a:tbl>
              <a:tblPr/>
              <a:tblGrid>
                <a:gridCol w="221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mm39 (original)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mm10 (ISR, honest)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mm39 + fixes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SRR9606468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 KO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SRR9606469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 KO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SRR9606470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 KO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SRR9606471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 KO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SRR9606472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GFP ctrl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SRR9606473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GFP ctrl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SRR9606474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GFP ctrl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SRR9606475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GFP ctrl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 Validation — GSE130613 vs Nanopore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Full-resolution files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versions of every figure and the xlsx overlap tables live in the Drive folder next to this deck — GSE130613/ and GSE133398/ subfolders, kept in sync as the pipeline progresses.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or figure requests — comment directly on the slide.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610</Words>
  <Application>Microsoft Macintosh PowerPoint</Application>
  <PresentationFormat>Widescreen</PresentationFormat>
  <Paragraphs>119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Orthogonal Validation — Progress Tracker</dc:title>
  <dc:subject>PptxGenJS Presentation</dc:subject>
  <dc:creator>Gricey Rangel-Trejo</dc:creator>
  <cp:lastModifiedBy>Gricey</cp:lastModifiedBy>
  <cp:revision>2</cp:revision>
  <dcterms:created xsi:type="dcterms:W3CDTF">2026-07-08T15:12:32Z</dcterms:created>
  <dcterms:modified xsi:type="dcterms:W3CDTF">2026-07-08T16:05:23Z</dcterms:modified>
</cp:coreProperties>
</file>