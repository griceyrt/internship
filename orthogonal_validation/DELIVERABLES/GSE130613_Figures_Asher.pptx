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>
      <p:cViewPr>
        <p:scale>
          <a:sx n="116" d="100"/>
          <a:sy n="116" d="100"/>
        </p:scale>
        <p:origin x="960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27535-C16A-1919-AB80-7A9D0D784F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6DD411-16FD-9625-8677-4D636C3028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33DE7-E4C2-F1FE-423B-919C80FD6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BB516-D147-8F4E-AD2A-B7CB5D3E0F9E}" type="datetimeFigureOut">
              <a:rPr lang="en-FR" smtClean="0"/>
              <a:t>30/06/2026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140D2-2A4E-A5B7-9210-2EB9F5C8A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B736E-7158-45DC-252B-12578D7F1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45B0C-2697-6B42-AC9E-DA168AE42F3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586889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B42F5-D1AC-C207-27F9-BED619B90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AF37A-B108-D47F-DDC8-7F8CB081C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56F3A-B069-508E-52C5-359155F93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BB516-D147-8F4E-AD2A-B7CB5D3E0F9E}" type="datetimeFigureOut">
              <a:rPr lang="en-FR" smtClean="0"/>
              <a:t>30/06/2026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3B707-ABCD-14AB-16C2-3B465BE77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31E00-1AD4-3F08-7CB2-4915A2F12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45B0C-2697-6B42-AC9E-DA168AE42F3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511761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68B08-31B6-E44E-396B-7B870C510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C3CDE0-B2A4-2F26-F832-5532638410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CA672-FBDB-9949-F41E-1BF4A707C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BB516-D147-8F4E-AD2A-B7CB5D3E0F9E}" type="datetimeFigureOut">
              <a:rPr lang="en-FR" smtClean="0"/>
              <a:t>30/06/2026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BBF03-7EA9-DCD4-4FA1-3DD2B944F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A40F6-CF2B-205D-20A8-B7A225E24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45B0C-2697-6B42-AC9E-DA168AE42F3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288256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BD24E-0C1A-F4A0-18A6-697423C0F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C0882-6457-C80D-CF49-B474AF5C76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64FFDE-E772-A607-0D21-8447B2E05E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7FD84B-8A4A-73E2-2A1B-F5744AF30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BB516-D147-8F4E-AD2A-B7CB5D3E0F9E}" type="datetimeFigureOut">
              <a:rPr lang="en-FR" smtClean="0"/>
              <a:t>30/06/2026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BCCD55-D095-3AF2-93D6-4F47BEB3A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09B8FE-6603-9F81-EB0D-85D7879EC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45B0C-2697-6B42-AC9E-DA168AE42F3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864064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9D947-3FED-8346-7743-7154EC632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DE2C50-4C62-9EF9-2208-19BA0C1A15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E6B47E-241F-940A-60E4-6A4689744C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FA4D3D-12EB-61F7-14CF-C5E87394B6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EF896C-D88E-9C09-7BC4-9391EAD53B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11D977-2E27-14F2-FAB3-647C86DF4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BB516-D147-8F4E-AD2A-B7CB5D3E0F9E}" type="datetimeFigureOut">
              <a:rPr lang="en-FR" smtClean="0"/>
              <a:t>30/06/2026</a:t>
            </a:fld>
            <a:endParaRPr lang="en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12FFB1-6D71-43C7-8102-AEDD1334B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EFCA8D-C6D1-F77C-946A-31EA72F0D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45B0C-2697-6B42-AC9E-DA168AE42F3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755397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5ED67-5367-0FF4-1EF2-931B722C2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A0B715-A6CA-F9C2-4294-1C6095CC0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BB516-D147-8F4E-AD2A-B7CB5D3E0F9E}" type="datetimeFigureOut">
              <a:rPr lang="en-FR" smtClean="0"/>
              <a:t>30/06/2026</a:t>
            </a:fld>
            <a:endParaRPr lang="en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598922-BB72-46EA-68E4-50BEF2609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0EFEC7-EF20-8B59-3833-051D48D71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45B0C-2697-6B42-AC9E-DA168AE42F3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072455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243035-B857-D9BB-02F9-B7CC7A686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BB516-D147-8F4E-AD2A-B7CB5D3E0F9E}" type="datetimeFigureOut">
              <a:rPr lang="en-FR" smtClean="0"/>
              <a:t>30/06/2026</a:t>
            </a:fld>
            <a:endParaRPr lang="en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8A41B6-442F-1697-1817-7B0D3CBBA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EAC401-5327-B140-EFE8-E39B17288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45B0C-2697-6B42-AC9E-DA168AE42F3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023820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6E366-2529-DA8A-E4AB-83966D322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2C1DF-DEC4-0D8F-EDBC-244150DCE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6F3531-E2FC-A917-BED6-55DB77DBA3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9FFBF8-7159-CB14-7E95-C823F86FC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BB516-D147-8F4E-AD2A-B7CB5D3E0F9E}" type="datetimeFigureOut">
              <a:rPr lang="en-FR" smtClean="0"/>
              <a:t>30/06/2026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F0A51F-62B1-B772-A982-FFFE5557B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BA5FA9-BC32-6E2C-84CF-408E87AA8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45B0C-2697-6B42-AC9E-DA168AE42F3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683142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60ABB-2A37-E7A3-9B69-B362F73AF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A5837F-F0FA-2F28-FB5A-853A8C77EB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DDE9E0-58D1-F484-F672-8642920D0D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6380D9-BC34-DF95-9168-08454164C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BB516-D147-8F4E-AD2A-B7CB5D3E0F9E}" type="datetimeFigureOut">
              <a:rPr lang="en-FR" smtClean="0"/>
              <a:t>30/06/2026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AB1DD5-5721-2D50-7A28-8E3515ECF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6CEA91-268F-885D-0A29-229EF65DF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45B0C-2697-6B42-AC9E-DA168AE42F3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966414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450A4-7FD9-1794-69C0-746CD027D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6B0FB9-2D6F-2CA9-5845-7544086A8C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B4A6D-6716-401B-A048-88B6E8307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BB516-D147-8F4E-AD2A-B7CB5D3E0F9E}" type="datetimeFigureOut">
              <a:rPr lang="en-FR" smtClean="0"/>
              <a:t>30/06/2026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8EF8A-9ED0-160B-6492-451A898CB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C2931-0FC7-C8C1-2AAC-82E1C579B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45B0C-2697-6B42-AC9E-DA168AE42F3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881972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CA66C6-C0AB-DBE6-E01B-3026F54853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1A7375-F305-3966-630F-7F3C6EDFD6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DD28B-667C-53D9-0BDB-2E9417478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BB516-D147-8F4E-AD2A-B7CB5D3E0F9E}" type="datetimeFigureOut">
              <a:rPr lang="en-FR" smtClean="0"/>
              <a:t>30/06/2026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C976BF-771E-EAE4-6455-C18D765FF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76F90-DD22-E67C-EB82-410BDCAF8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45B0C-2697-6B42-AC9E-DA168AE42F3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383759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0A1272-ACD1-3FE0-D5B4-591A5AC4E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F3C8F4-78B9-70D8-B12E-DD5479911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5C23A-8929-88C8-FE98-D7E4042BA6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5BB516-D147-8F4E-AD2A-B7CB5D3E0F9E}" type="datetimeFigureOut">
              <a:rPr lang="en-FR" smtClean="0"/>
              <a:t>30/06/2026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2AAC9-CE80-145C-F2AB-58E083DD28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F6E66-CE78-F901-EB59-668AE1FF42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145B0C-2697-6B42-AC9E-DA168AE42F3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700650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6E559072-C75A-6D4C-61D5-12D4E17CE3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524" y="168791"/>
            <a:ext cx="3911600" cy="29464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B41A4403-FF33-A3FE-AB6B-8F5769AC21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11124" y="168791"/>
            <a:ext cx="2997200" cy="29845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5F1A7B73-6C23-9BA2-49B1-58050020AB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6850" y="3387209"/>
            <a:ext cx="3517900" cy="33020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211F2A08-6771-C41A-107F-E407871985E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11600" y="3387209"/>
            <a:ext cx="3556000" cy="33020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B254CBE9-46A8-CC56-5725-5F531B92839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64450" y="3742809"/>
            <a:ext cx="3060700" cy="294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650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1232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Gricey</dc:creator>
  <cp:lastModifiedBy>Gricey</cp:lastModifiedBy>
  <cp:revision>2</cp:revision>
  <dcterms:created xsi:type="dcterms:W3CDTF">2026-06-30T14:53:07Z</dcterms:created>
  <dcterms:modified xsi:type="dcterms:W3CDTF">2026-07-01T11:25:33Z</dcterms:modified>
</cp:coreProperties>
</file>