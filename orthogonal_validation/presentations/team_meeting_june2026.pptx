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I'll walk through what I've been working on — two projects. Project 1 was exploratory: understanding a parameter of SUPPA using the lab's Nanopore data. Project 2 is the main one: orthogonal validation of the lab's manuscript using public Illumina RNA-seq.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1 was practice: I learned SUPPA and explored the boundary mode parameter. Project 2 is the main internship project: use public Illumina data to independently validate the splicing and DE findings of the lab's Nanopore manuscript.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splicing allows one gene to produce multiple mRNA isoforms. PSI is the fraction of transcripts that include a given exon or splice event. dPSI is the difference in PSI between conditions — this is what SUPPA reports as the effect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SUPPA's generateEvents step has a boundary mode parameter. Strict = exact coordinate match required. Variable 1nt = 1 nucleotide tolerance allowed. I tested this on the lab's Nanopore data — 9 samples, WT Day / WT Night / PerKO.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SUPPA takes a GTF and Salmon quant files, then: generates a catalogue of events, computes PSI per event per sample, and calls diffSplice for differential analysis. The boundary mode in generateEvents is the parameter I explored — strict requires exact coordinate match, variable allows a small tolerance.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A3, A5, and RI jump significantly — RI nearly triples. This is because retained intron events are particularly sensitive to exact boundary coordinates — a 1nt shift in any contributing transcript creates or misses an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 1nt finds ~50–80% more significant events across all boundary-sensitive types. Crucially, the PSI of shared events is not distorted — mean |ΔPSI| between modes is only 0.02–0.03. Conclusion: variable 1nt is strictly better and should be the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 1nt mode is a strict improvement. For Project 2 I used the same mode as the original manuscript to stay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has an unpublished Nanopore manuscript. Can we see the same splicing changes and DE genes in completely independent Illumina data from a different lab? That's orthogonal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biological comparison as the manuscript. Crucially, I used the lab's custom transcriptome as reference — so both Nanopore and Illumina analyses speak the same coordinate language. MARS-Seq 3-prime end sequencing confirmed unstranded by Salmon auto-detection.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pipeline: download SRA → trim adapters and polyA/G/T contamination → Salmon quasi-mapping against the custom transcriptome → tximport + DESeq2 for DE → SUPPA for splicing → Python for cross-referencing Nanopore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trimming: 44–70%. After trimming: 73–88%. WT maps better than PerDKO — PerDKO has higher GC content. This step was essential and Bharath confirmed the approach during a Zoom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513 significant splicing events in Illumina (|dPSI|&gt;0.1, p&lt;0.3). 32 have exact event ID match in Nanopore. Blue box events — high Illumina dPSI, low Nanopore — tend to come from genes with many isoforms, suggesting short-read ambiguity.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DESeq2 + stageR: 487 significant DE genes in Illumina. 27 overlap with Nanopore manuscript at matching thresholds (padj&lt;0.05, |log2FC|&gt;1.5). Bharath's comment: 'Tour de force of DE analysis — results are very clear, now we have to weave a story.'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Variable 1nt is better for SUPPA. For orthogonal validation — 32 splicing events and 27 DE genes overlap between Illumina and Nanopore, confirming the manuscript's key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IGFL Internship Update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1 &amp; 2  ·  Boundary Analysis  ·  Orthogonal Validation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Gricey Rangel Trejo  ·  IGFL  ·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794760" cy="3657600"/>
          </a:xfrm>
          <a:prstGeom prst="roundRect">
            <a:avLst>
              <a:gd name="adj" fmla="val 375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155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Analysis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Nanopore data, 9 samples, 3 conditions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SUPPA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vs variable splice-site boundary — how does relaxing by 1nt affect event detection and PSI quantification?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1005840"/>
            <a:ext cx="3794760" cy="3657600"/>
          </a:xfrm>
          <a:prstGeom prst="roundRect">
            <a:avLst>
              <a:gd name="adj" fmla="val 3750"/>
            </a:avLst>
          </a:prstGeom>
          <a:solidFill>
            <a:srgbClr val="E8FD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155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4920" y="14630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Validation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74920" y="2011680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Illumina RNA-seq (GSE130613, n=8)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  ·  tximport  ·  DESeq2  ·  SUPPA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lab's Nanopore manuscript splicing + DE results using independent short-read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Alternative Splicing?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 → multiple mRNA isoforms → multiple protein products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65836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685800" cy="3657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417320"/>
            <a:ext cx="6858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4173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685800" cy="3657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4173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6858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173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685800" cy="3657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4173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0664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pre-mRNA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286000"/>
            <a:ext cx="6583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103120"/>
            <a:ext cx="685800" cy="3657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1031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2103120"/>
            <a:ext cx="6858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21031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103120"/>
            <a:ext cx="685800" cy="3657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1031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103120"/>
            <a:ext cx="6858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1031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103120"/>
            <a:ext cx="685800" cy="3657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1031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2514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Isoform A  (E3 included, PSI ≈ 0.8)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3063240"/>
            <a:ext cx="6583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2880360"/>
            <a:ext cx="685800" cy="3657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28803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03120" y="2880360"/>
            <a:ext cx="6858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2103120" y="28803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880360"/>
            <a:ext cx="6858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8803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880360"/>
            <a:ext cx="685800" cy="3657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28803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Isoform B  (E3 skipped, PSI ≈ 0.2)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88620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E8F4FD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39319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SUPPA quantifies PSI per event per sample, then computes dPSI between conditions to find differential splicing.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0" y="137160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8F5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37960" y="14630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 (Ψ)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537960" y="182880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Spliced 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transcripts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include the event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always excluded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always included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dPSI = change between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conditions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relaxing the splice-site boundary by 1 nucleotide change event detection and PSI?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SUPPA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Transcriptome GTF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 quant (.sf)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737360"/>
            <a:ext cx="4114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23444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0D3B66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generateEvents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splicing events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23444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0D3B66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psiPerEvent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per event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sample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46520" y="178308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23444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0D3B66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diffSplice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dPSI + p-value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8321040" cy="2194560"/>
          </a:xfrm>
          <a:prstGeom prst="roundRect">
            <a:avLst>
              <a:gd name="adj" fmla="val 5000"/>
            </a:avLst>
          </a:prstGeom>
          <a:solidFill>
            <a:srgbClr val="FFF8F5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7432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generateEvents Boundary Mode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15468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splice-site coordinates must match exactly to define an event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1nt: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nucleotide tolerance — transcripts off by 1nt at a splice site are still grouped into the event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affect how many events are found? Does it shift PSI values?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Relaxing the Boundary Finds More Events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A3, A5, RI are boundary-sensitive. SE, AF, AL have fixed ends — they do not change.</a:t>
            </a:r>
            <a:endParaRPr lang="en-US" sz="1300" dirty="0"/>
          </a:p>
        </p:txBody>
      </p:sp>
      <p:pic>
        <p:nvPicPr>
          <p:cNvPr id="4" name="Image 0" descr="/sessions/serene-clever-ride/mnt/Internship/boundary_analysis/figures/plots/graph1_lineplot_strict_vs_1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New Events Have Biological Signal?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events (|dPSI| &gt; 0.1, p &lt; 0.05, WT CT20 vs PerKO CT20)  ·  bottom = exclusive, grey = shared</a:t>
            </a:r>
            <a:endParaRPr lang="en-US" sz="1300" dirty="0"/>
          </a:p>
        </p:txBody>
      </p:sp>
      <p:pic>
        <p:nvPicPr>
          <p:cNvPr id="4" name="Image 0" descr="/sessions/serene-clever-ride/mnt/Internship/boundary_analysis/figures/plots/barplot_sig_events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8F4FD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43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events detected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1nt adds ~50–80% more events in A3, A5, RI. RI nearly triples. SE/AF/AL are boundary-insensitive and unchanged.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005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8FD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143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is not distorted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664208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|ΔPSI| between modes for shared events is 0.02–0.03. Relaxing the boundary doesn't change how existing events are quantified.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8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143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biological signal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664208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events include real differentially spliced events. Variable 1nt recovers ~50–80% more significant events across all boundary-sensitive types.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6FC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Validation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C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public Illumina RNA-seq confirm the Nanopore manuscript results?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77640" cy="3840480"/>
          </a:xfrm>
          <a:prstGeom prst="roundRect">
            <a:avLst>
              <a:gd name="adj" fmla="val 2857"/>
            </a:avLst>
          </a:prstGeom>
          <a:solidFill>
            <a:srgbClr val="F7FE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611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has a Nanopore manuscript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(Chikhaoui &amp; Mamgain, bioRxiv 2024)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reads → full isoforms, but fewer reads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do independent Illumina short reads show the same splicing and DE results?
</a:t>
            </a:r>
            <a:pPr indent="0" marL="0">
              <a:buNone/>
            </a:pPr>
            <a:r>
              <a:rPr lang="en-US" sz="1300" b="1" dirty="0">
                <a:solidFill>
                  <a:srgbClr val="02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= orthogonal validation 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960120"/>
            <a:ext cx="3977640" cy="3840480"/>
          </a:xfrm>
          <a:prstGeom prst="roundRect">
            <a:avLst>
              <a:gd name="adj" fmla="val 2857"/>
            </a:avLst>
          </a:prstGeom>
          <a:solidFill>
            <a:srgbClr val="F4FFF9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0515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 (GEO)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463040"/>
            <a:ext cx="3611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GSE130613 (Manella &amp; Asher, PNAS 2020)
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liver, constant darkness
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 vs Period DKO (CT16-20)
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 WT + n=4 PerDKO
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~4–7 M per sample (Illumina)
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mm39 + lab's custom transcriptome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as Nanopore manuscript)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1572768" cy="1051560"/>
          </a:xfrm>
          <a:prstGeom prst="roundRect">
            <a:avLst>
              <a:gd name="adj" fmla="val 10435"/>
            </a:avLst>
          </a:prstGeom>
          <a:solidFill>
            <a:srgbClr val="0D3B6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43560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Trim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92024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+ cutadapt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84248" y="18973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31136" y="1371600"/>
            <a:ext cx="1572768" cy="1051560"/>
          </a:xfrm>
          <a:prstGeom prst="roundRect">
            <a:avLst>
              <a:gd name="adj" fmla="val 10435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231136" y="143560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31136" y="192024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quasi-mapping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quant.sf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03904" y="18973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50792" y="1371600"/>
            <a:ext cx="1572768" cy="1051560"/>
          </a:xfrm>
          <a:prstGeom prst="roundRect">
            <a:avLst>
              <a:gd name="adj" fmla="val 10435"/>
            </a:avLst>
          </a:prstGeom>
          <a:solidFill>
            <a:srgbClr val="0E7C50"/>
          </a:solidFill>
          <a:ln/>
        </p:spPr>
      </p:sp>
      <p:sp>
        <p:nvSpPr>
          <p:cNvPr id="12" name="Text 10"/>
          <p:cNvSpPr/>
          <p:nvPr/>
        </p:nvSpPr>
        <p:spPr>
          <a:xfrm>
            <a:off x="4050792" y="143560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tximport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DESeq2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50792" y="192024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counts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18973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70448" y="1371600"/>
            <a:ext cx="1572768" cy="1051560"/>
          </a:xfrm>
          <a:prstGeom prst="roundRect">
            <a:avLst>
              <a:gd name="adj" fmla="val 10435"/>
            </a:avLst>
          </a:prstGeom>
          <a:solidFill>
            <a:srgbClr val="1A7CA8"/>
          </a:solidFill>
          <a:ln/>
        </p:spPr>
      </p:sp>
      <p:sp>
        <p:nvSpPr>
          <p:cNvPr id="16" name="Text 14"/>
          <p:cNvSpPr/>
          <p:nvPr/>
        </p:nvSpPr>
        <p:spPr>
          <a:xfrm>
            <a:off x="5870448" y="143560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70448" y="192024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diffSplice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43216" y="1897380"/>
            <a:ext cx="2468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0104" y="1371600"/>
            <a:ext cx="1572768" cy="1051560"/>
          </a:xfrm>
          <a:prstGeom prst="roundRect">
            <a:avLst>
              <a:gd name="adj" fmla="val 10435"/>
            </a:avLst>
          </a:prstGeom>
          <a:solidFill>
            <a:srgbClr val="6B4F9E"/>
          </a:solidFill>
          <a:ln/>
        </p:spPr>
      </p:sp>
      <p:sp>
        <p:nvSpPr>
          <p:cNvPr id="20" name="Text 18"/>
          <p:cNvSpPr/>
          <p:nvPr/>
        </p:nvSpPr>
        <p:spPr>
          <a:xfrm>
            <a:off x="7690104" y="143560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90104" y="192024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figures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overlap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10896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Trimming: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adapter + poly-A/T/G (12nt) → mapping improved from 44–70% to 73–88%
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Salmon: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--gcBias --seqBias; custom transcriptome index (same as Nanopore manuscript)
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DESeq2: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transcript-level (txOut=TRUE), stageR two-stage FDR; padj &lt; 0.05, |log₂FC| &gt; 0.5
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SUPPA: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diffSplice thresholds |dPSI| &gt; 0.1, p &lt; 0.3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Trimming Improved Mapping Rates Dramatically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MARS-Seq 3′-end sequencing has heavy polyA / polyG contamination (NextSeq 500 two-color chemistry)</a:t>
            </a:r>
            <a:endParaRPr lang="en-US" sz="1300" dirty="0"/>
          </a:p>
        </p:txBody>
      </p:sp>
      <p:pic>
        <p:nvPicPr>
          <p:cNvPr id="4" name="Image 0" descr="/sessions/serene-clever-ride/mnt/orthogonal_validation/results/figures/mapping_ra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70432"/>
            <a:ext cx="7863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Splicing Concordance: Illumina vs Nanopore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E8F4FD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418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 splicing events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(Illumina)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86868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3E8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14600" y="9418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1460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 both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∩ Nanopore</a:t>
            </a:r>
            <a:endParaRPr lang="en-US" sz="1100" dirty="0"/>
          </a:p>
        </p:txBody>
      </p:sp>
      <p:pic>
        <p:nvPicPr>
          <p:cNvPr id="9" name="Image 0" descr="/sessions/serene-clever-ride/mnt/orthogonal_validation/results/figures/step12_dPSI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822960"/>
            <a:ext cx="4114800" cy="4023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4507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dPSI Illumina  ·  y: dPSI Nanopore  ·  Orange = 32 events significant in both  ·  Background: only Illumina sig events shown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Concordance: Illumina vs Nanopore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E8FDF5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418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 DE genes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(Illumina, stageR)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86868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3E8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14600" y="9418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1460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in both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∩ Nanopore</a:t>
            </a:r>
            <a:endParaRPr lang="en-US" sz="1100" dirty="0"/>
          </a:p>
        </p:txBody>
      </p:sp>
      <p:pic>
        <p:nvPicPr>
          <p:cNvPr id="9" name="Image 0" descr="/sessions/serene-clever-ride/mnt/orthogonal_validation/results/figures/step14_DE_concordance_gene_lev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822960"/>
            <a:ext cx="4114800" cy="4023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4507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Gene-level  ·  padj &lt; 0.05 and |log₂FC| &gt; 1.5 on both sides  ·  Orange = 27 genes in both  ·  9,850 shared genes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12B3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070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Boundary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6642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1nt mode detects more events without distorting PSI. Recommended for all future SUPPA runs.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12B3E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2070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Splicing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6642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 sig. events in Illumina. 32 overlap exactly with Nanopore — confirmed splicing changes.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12B3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081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Expression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53872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487 sig. DE genes (Illumina). 27 genes overlap with Nanopore manuscript at matched thresholds.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297180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12B3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3081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353872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figures. Kiran may provide new datasets. Work with Bharath to weave the validation story.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IGFL Internship Update – June 2026</dc:title>
  <dc:subject>PptxGenJS Presentation</dc:subject>
  <dc:creator>Gricey Rangel Trejo</dc:creator>
  <cp:lastModifiedBy>Gricey Rangel Trejo</cp:lastModifiedBy>
  <cp:revision>1</cp:revision>
  <dcterms:created xsi:type="dcterms:W3CDTF">2026-06-26T08:00:02Z</dcterms:created>
  <dcterms:modified xsi:type="dcterms:W3CDTF">2026-06-26T08:00:02Z</dcterms:modified>
</cp:coreProperties>
</file>