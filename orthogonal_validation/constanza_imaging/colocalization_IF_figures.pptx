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6" r:id="rId4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3"/>
    <p:restoredTop sz="94715"/>
  </p:normalViewPr>
  <p:slideViewPr>
    <p:cSldViewPr snapToGrid="0">
      <p:cViewPr varScale="1">
        <p:scale>
          <a:sx n="118" d="100"/>
          <a:sy n="118" d="100"/>
        </p:scale>
        <p:origin x="4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7040B-7C12-295D-FBDD-4B5A223A7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73A48-7D6C-04BF-FE36-B1B362B2D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0CC33-430F-7614-D0C4-B7AC52881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8F6F-EA20-F949-A6C4-93B757573B42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05DC7-A188-06ED-CF95-BFF6B4A96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1005D-A5E7-5A7F-EE5C-8E3F8CB5B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E5EED-715C-7346-B2F3-5E695B1AED53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06274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6C683-040B-7626-57A3-227CAD2F1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FDFA9-9B31-B222-B96D-8A85CCCC0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4E561-DD80-2B2E-99DE-50EF03641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8F6F-EA20-F949-A6C4-93B757573B42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3EDEC-FC13-8246-DC19-4AB37780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8C85E-0ED8-B12C-FF82-B1EE0A70F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E5EED-715C-7346-B2F3-5E695B1AED53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44846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D6271-F51A-6991-5930-3ECB723F5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CAF9E-8505-BF16-18AF-4D0CFF1BA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AF65F-C78B-F59F-5787-22970E45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8F6F-EA20-F949-A6C4-93B757573B42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92A5C-B898-6D21-00D5-0B35B9471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C42A9-C229-5727-3E9B-425457977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E5EED-715C-7346-B2F3-5E695B1AED53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81039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3C8D-78C6-AF6E-8309-08C7A9B46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0FA9D-8FF5-C6C1-289E-3D7F25D38B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80F4A-15EE-A03F-3AEA-A9675FE13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37A8D-4100-6DE0-8AA8-DD8FD3786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8F6F-EA20-F949-A6C4-93B757573B42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9CC80-2B63-3090-FAD5-8E7108EF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0C5A4-B307-6C3F-50C6-10F0E47EC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E5EED-715C-7346-B2F3-5E695B1AED53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12672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27B0B-3E0E-36FD-87C6-75D1D338F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766F3-2359-D7CD-180E-E6421A0B7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1AF01-0C37-CED7-D77D-2FBC4B6D4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49538A-CC89-FCBD-A611-D7D70F850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779962-249E-2856-C7B8-29AB9EFEAC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CD1F92-49AF-97CA-7ECD-FF7460007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8F6F-EA20-F949-A6C4-93B757573B42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F4BE20-FD5B-1B4D-05FB-F39F9FFE7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2C98E2-CEAD-1FDD-4532-1A8D415B5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E5EED-715C-7346-B2F3-5E695B1AED53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0946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60DF7-B083-5909-4A8D-BDBC415A1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17AA1-8D7E-C309-2F88-32B99206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8F6F-EA20-F949-A6C4-93B757573B42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FB8EF-E712-605D-FC33-2CF15D1DD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29DA9-A96F-C381-C683-6C8E79B3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E5EED-715C-7346-B2F3-5E695B1AED53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096678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D4DCD-996B-C107-A353-E2FE3817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8F6F-EA20-F949-A6C4-93B757573B42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2BBF1F-92A8-1A70-CD0F-74388EC4F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AE1AE-72A2-DA60-733B-A166F8A92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E5EED-715C-7346-B2F3-5E695B1AED53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07631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07BA-5863-4F1D-5493-03A814F42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E01B4-1083-520F-0624-3532B58AD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5FE4E-7CD3-73C8-1542-56992809C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C59A4-F89F-F3BA-E2D1-35351ECCF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8F6F-EA20-F949-A6C4-93B757573B42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84B1E-F776-7448-85A9-F1CD9B098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51F96-D626-060C-40A4-211A86E59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E5EED-715C-7346-B2F3-5E695B1AED53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19756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B6DF-21D0-CF84-D238-9005B79FB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FFE1B-ABCD-E442-C483-2CD8FF913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B245B-C08B-9490-0BA2-7A47F7735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526DC-4DE9-22C3-230E-3296C3FA2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8F6F-EA20-F949-A6C4-93B757573B42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D4642-9505-AD77-0639-EC03C5C52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25F3A-1DC4-206E-48CF-5FE096DA1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E5EED-715C-7346-B2F3-5E695B1AED53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9706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A92DF-33F2-EEC8-8583-4FCA1B172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2245E-8E44-2CD4-D63F-9ABC4A3A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443FF-B22F-520C-6C53-6CE20FC4F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8F6F-EA20-F949-A6C4-93B757573B42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724F6-048C-05EC-7E91-A56790927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ECC0E-A8D6-747E-B721-1179D4D57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E5EED-715C-7346-B2F3-5E695B1AED53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96782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7CF502-0E3F-99E6-2F7C-EE7C02BB7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94E821-BA33-062A-EA45-6408F3AF3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D7070-BC6C-6779-E4A2-54C4E6112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8F6F-EA20-F949-A6C4-93B757573B42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3411D-89D4-1C01-DC8C-6BDE0657F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A2464-231F-F685-B75C-8DADE144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E5EED-715C-7346-B2F3-5E695B1AED53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2312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4EC30D-7A53-7F83-55F4-C9B5446D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B046E-6CE7-0D0F-CE39-66918F9E9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D6ED-C040-44FD-2462-822F275B1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D8F6F-EA20-F949-A6C4-93B757573B42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9C5EB-EFAA-5AC4-76B5-9723C6D3F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883DD-EC5D-2655-18AD-6C7BC7E37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E5EED-715C-7346-B2F3-5E695B1AED53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517398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42DDAC5-2D91-A4CC-12EA-9C96E759B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7163" y="0"/>
            <a:ext cx="5389263" cy="39878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51B38D1-C18D-1B3A-85E8-DB7BFCA47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9121" y="12700"/>
            <a:ext cx="2171700" cy="39751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C0D3C12-DEDF-1DE1-1E5D-BDB26143A9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9331" y="0"/>
            <a:ext cx="2133600" cy="39751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DB06F70-AA68-C752-35EB-B2A63872E2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11442" y="0"/>
            <a:ext cx="2171700" cy="39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365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055D64A2-E5BC-B6F1-AC48-38A0D1C7F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4179" y="0"/>
            <a:ext cx="3086100" cy="40132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FA15E6E-6335-BE46-5BC5-3A3047E83C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24475" y="0"/>
            <a:ext cx="3086100" cy="40132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A0E89B6-FF83-D51E-E483-9379E7544A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84771" y="0"/>
            <a:ext cx="3086100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636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6CA888D-4678-BE0F-084E-03138E6F6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7250" y="1428750"/>
            <a:ext cx="28575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87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Gricey</dc:creator>
  <cp:lastModifiedBy>Gricey</cp:lastModifiedBy>
  <cp:revision>3</cp:revision>
  <dcterms:created xsi:type="dcterms:W3CDTF">2026-07-07T13:53:11Z</dcterms:created>
  <dcterms:modified xsi:type="dcterms:W3CDTF">2026-07-08T16:00:58Z</dcterms:modified>
</cp:coreProperties>
</file>